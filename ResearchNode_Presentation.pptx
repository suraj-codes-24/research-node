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teachers and judges. We are Team [Name], and today we are excited to present our mini-project: ResearchNode. It is an intelligent reasoning engine designed to fundamentally change how researchers interact with scientific literature using a cutting-edge technique called GraphRAG.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we are solving is information overload in academia. Today, researchers spend countless hours manually cross-referencing papers. While search engines like Google Scholar can find PDFs, they cannot tell you how Paper A's methodology relates to Paper B's dataset. Furthermore, if you ask standard AI like ChatGPT, it often hallucinates facts and fails to provide verifiable citations.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ResearchNode. It does three things: First, you upload research PDFs, and our system extracts the text and identifies key entities. Second, it connects these entities into a persistent Knowledge Graph, allowing you to literally see the web of research. Third, it allows you to reason over this data. You can ask complex questions in plain English, and our GraphRAG engine gives you answers backed by exact citations.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high-level architecture. When a PDF is uploaded, it takes two parallel paths. Path 1: The text is chunked, embedded using the all-MiniLM model, and stored in Qdrant for semantic search. Path 2: We use spaCy and Gemini to extract scientific entities, storing them in a Neo4j Graph Database. When a user asks a question, our Hybrid Retriever pulls context from both databases simultaneously to generate the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innovation in our project is the use of GraphRAG rather than standard RAG. Standard RAG relies only on vector search, which finds text that sounds similar to your question. GraphRAG adds a knowledge graph. So if you ask about 'BERT', our system doesn't just find text mentioning BERT; it traverses the graph to see that BERT is connected to the 'Transformer' model, pulling all that rich context into the AI's prompt for a much deeper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just answering questions, we implemented a Multi-Agent system to act as autonomous research assistants. The Literature Agent takes a topic and synthesizes a reading order. The Contradiction Agent globally scans the graph to find papers reaching conflicting conclusions. Finally, the Experiment Agent analyzes the limitations sections of your papers and cross-references them with known models in the graph to brainstorm entirely novel research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tech stack, we built a modern Single Page Application using React and Vite, utilizing Cytoscape.js to render the interactive knowledge graph. The backend is powered by Python and FastAPI. We use Qdrant for our Vector Database and Neo4j for our Graph Database. The intelligence layer is powered by the Google Gemini API, spaCy for offline Named Entity Recognition, and HuggingFace Sentence Transformers for embeddings.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now show a brief live demonstration of the system. (Show dashboard, upload a paper, view graph, ask a question, and test an agent).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ResearchNode successfully demonstrates that combining semantic vector search with explicit graph relationships significantly improves AI reasoning over scientific literature. For future scope, we plan to deploy the system to the cloud, integrate directly with APIs like arXiv for real-time paper ingestion, and add multi-user collaborative workspaces.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We would now be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5400">
                <a:solidFill>
                  <a:srgbClr val="0066CC"/>
                </a:solidFill>
              </a:defRPr>
            </a:pPr>
            <a:r>
              <a:t>ResearchNode</a:t>
            </a:r>
          </a:p>
        </p:txBody>
      </p:sp>
      <p:sp>
        <p:nvSpPr>
          <p:cNvPr id="3" name="Subtitle 2"/>
          <p:cNvSpPr>
            <a:spLocks noGrp="1"/>
          </p:cNvSpPr>
          <p:nvPr>
            <p:ph type="subTitle" idx="1"/>
          </p:nvPr>
        </p:nvSpPr>
        <p:spPr/>
        <p:txBody>
          <a:bodyPr/>
          <a:lstStyle/>
          <a:p>
            <a:r>
              <a:t>A GraphRAG Reasoning Engine for Scientific Literature</a:t>
            </a:r>
          </a:p>
          <a:p/>
          <a:p>
            <a:r>
              <a:t>Team: [Your Names Here]</a:t>
            </a:r>
          </a:p>
          <a:p>
            <a:r>
              <a:t>Roll No: [Your Roll Numbers]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Statement</a:t>
            </a:r>
          </a:p>
        </p:txBody>
      </p:sp>
      <p:sp>
        <p:nvSpPr>
          <p:cNvPr id="3" name="Content Placeholder 2"/>
          <p:cNvSpPr>
            <a:spLocks noGrp="1"/>
          </p:cNvSpPr>
          <p:nvPr>
            <p:ph idx="1"/>
          </p:nvPr>
        </p:nvSpPr>
        <p:spPr/>
        <p:txBody>
          <a:bodyPr/>
          <a:lstStyle/>
          <a:p>
            <a:r>
              <a:t>Information Overload: Thousands of papers are published daily.</a:t>
            </a:r>
          </a:p>
          <a:p>
            <a:r>
              <a:t>Disconnected Knowledge: Search engines like Google Scholar find papers but don't connect ideas.</a:t>
            </a:r>
          </a:p>
          <a:p>
            <a:r>
              <a:t>LLM Hallucinations: Standard AI (like ChatGPT) makes up facts and lacks real citations.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Solution: ResearchNode</a:t>
            </a:r>
          </a:p>
        </p:txBody>
      </p:sp>
      <p:sp>
        <p:nvSpPr>
          <p:cNvPr id="3" name="Content Placeholder 2"/>
          <p:cNvSpPr>
            <a:spLocks noGrp="1"/>
          </p:cNvSpPr>
          <p:nvPr>
            <p:ph idx="1"/>
          </p:nvPr>
        </p:nvSpPr>
        <p:spPr/>
        <p:txBody>
          <a:bodyPr/>
          <a:lstStyle/>
          <a:p>
            <a:r>
              <a:t>Upload: Automatically extract text and entities from research PDFs.</a:t>
            </a:r>
          </a:p>
          <a:p>
            <a:r>
              <a:t>Connect: Build a visual, persistent Knowledge Graph of science.</a:t>
            </a:r>
          </a:p>
          <a:p>
            <a:r>
              <a:t>Reason: Ask complex questions and get answers using GraphRAG.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1. Processing Pipeline:</a:t>
            </a:r>
          </a:p>
          <a:p>
            <a:pPr lvl="1"/>
            <a:r>
              <a:t>Text Chunking → MiniLM Embeddings → Qdrant (Vector DB)</a:t>
            </a:r>
          </a:p>
          <a:p>
            <a:pPr lvl="1"/>
            <a:r>
              <a:t>Entity Extraction (spaCy + Gemini) → Neo4j (Graph DB)</a:t>
            </a:r>
          </a:p>
          <a:p>
            <a:r>
              <a:t>2. Query Pipeline (GraphRAG):</a:t>
            </a:r>
          </a:p>
          <a:p>
            <a:pPr lvl="1"/>
            <a:r>
              <a:t>User Question → Hybrid Retriever (Vector + Graph) → Gemini LLM →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GraphRAG? (Vs. Standard RAG)</a:t>
            </a:r>
          </a:p>
        </p:txBody>
      </p:sp>
      <p:sp>
        <p:nvSpPr>
          <p:cNvPr id="3" name="Content Placeholder 2"/>
          <p:cNvSpPr>
            <a:spLocks noGrp="1"/>
          </p:cNvSpPr>
          <p:nvPr>
            <p:ph idx="1" sz="half"/>
          </p:nvPr>
        </p:nvSpPr>
        <p:spPr/>
        <p:txBody>
          <a:bodyPr/>
          <a:lstStyle/>
          <a:p>
            <a:r>
              <a:t>Standard RAG</a:t>
            </a:r>
          </a:p>
          <a:p>
            <a:pPr lvl="1"/>
            <a:r>
              <a:t>Uses only Vector Search.</a:t>
            </a:r>
          </a:p>
          <a:p>
            <a:pPr lvl="1"/>
            <a:r>
              <a:t>Finds text that sounds similar.</a:t>
            </a:r>
          </a:p>
          <a:p>
            <a:pPr lvl="1"/>
            <a:r>
              <a:t>Misses nuanced relationships.</a:t>
            </a:r>
          </a:p>
        </p:txBody>
      </p:sp>
      <p:sp>
        <p:nvSpPr>
          <p:cNvPr id="4" name="Content Placeholder 3"/>
          <p:cNvSpPr>
            <a:spLocks noGrp="1"/>
          </p:cNvSpPr>
          <p:nvPr>
            <p:ph idx="2" sz="half"/>
          </p:nvPr>
        </p:nvSpPr>
        <p:spPr/>
        <p:txBody>
          <a:bodyPr/>
          <a:lstStyle/>
          <a:p>
            <a:r>
              <a:t>GraphRAG</a:t>
            </a:r>
          </a:p>
          <a:p>
            <a:pPr lvl="1"/>
            <a:r>
              <a:t>Uses Vector Search + Graph Traversal.</a:t>
            </a:r>
          </a:p>
          <a:p>
            <a:pPr lvl="1"/>
            <a:r>
              <a:t>Finds similar text AND related concepts.</a:t>
            </a:r>
          </a:p>
          <a:p>
            <a:pPr lvl="1"/>
            <a:r>
              <a:t>Provides much richer, contextual answers.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Autonomous Multi-Agent System</a:t>
            </a:r>
          </a:p>
        </p:txBody>
      </p:sp>
      <p:sp>
        <p:nvSpPr>
          <p:cNvPr id="3" name="Content Placeholder 2"/>
          <p:cNvSpPr>
            <a:spLocks noGrp="1"/>
          </p:cNvSpPr>
          <p:nvPr>
            <p:ph idx="1"/>
          </p:nvPr>
        </p:nvSpPr>
        <p:spPr/>
        <p:txBody>
          <a:bodyPr/>
          <a:lstStyle/>
          <a:p>
            <a:r>
              <a:t>Literature Discovery Agent:</a:t>
            </a:r>
          </a:p>
          <a:p>
            <a:pPr lvl="1"/>
            <a:r>
              <a:t>Synthesizes a cohesive reading order based on a topic.</a:t>
            </a:r>
          </a:p>
          <a:p>
            <a:r>
              <a:t>Contradiction Detection Agent:</a:t>
            </a:r>
          </a:p>
          <a:p>
            <a:pPr lvl="1"/>
            <a:r>
              <a:t>Globally scans the graph for papers with conflicting claims.</a:t>
            </a:r>
          </a:p>
          <a:p>
            <a:r>
              <a:t>Experiment Suggestion Agent:</a:t>
            </a:r>
          </a:p>
          <a:p>
            <a:pPr lvl="1"/>
            <a:r>
              <a:t>Brainstorms novel experiments based on graph gaps and limitations.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sz="half"/>
          </p:nvPr>
        </p:nvSpPr>
        <p:spPr/>
        <p:txBody>
          <a:bodyPr/>
          <a:lstStyle/>
          <a:p>
            <a:r>
              <a:t>Backend &amp; Data</a:t>
            </a:r>
          </a:p>
          <a:p>
            <a:pPr lvl="1"/>
            <a:r>
              <a:t>Python (FastAPI)</a:t>
            </a:r>
          </a:p>
          <a:p>
            <a:pPr lvl="1"/>
            <a:r>
              <a:t>Qdrant (Vector Database)</a:t>
            </a:r>
          </a:p>
          <a:p>
            <a:pPr lvl="1"/>
            <a:r>
              <a:t>Neo4j (Knowledge Graph DB)</a:t>
            </a:r>
          </a:p>
        </p:txBody>
      </p:sp>
      <p:sp>
        <p:nvSpPr>
          <p:cNvPr id="4" name="Content Placeholder 3"/>
          <p:cNvSpPr>
            <a:spLocks noGrp="1"/>
          </p:cNvSpPr>
          <p:nvPr>
            <p:ph idx="2" sz="half"/>
          </p:nvPr>
        </p:nvSpPr>
        <p:spPr/>
        <p:txBody>
          <a:bodyPr/>
          <a:lstStyle/>
          <a:p>
            <a:r>
              <a:t>Frontend &amp; Intelligence</a:t>
            </a:r>
          </a:p>
          <a:p>
            <a:pPr lvl="1"/>
            <a:r>
              <a:t>React + Vite + Vanilla CSS</a:t>
            </a:r>
          </a:p>
          <a:p>
            <a:pPr lvl="1"/>
            <a:r>
              <a:t>Cytoscape.js (Graph Vis)</a:t>
            </a:r>
          </a:p>
          <a:p>
            <a:pPr lvl="1"/>
            <a:r>
              <a:t>Google Gemini 1.5 Pro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Live Demonstration</a:t>
            </a:r>
          </a:p>
        </p:txBody>
      </p:sp>
      <p:sp>
        <p:nvSpPr>
          <p:cNvPr id="3" name="Subtitle 2"/>
          <p:cNvSpPr>
            <a:spLocks noGrp="1"/>
          </p:cNvSpPr>
          <p:nvPr>
            <p:ph type="subTitle" idx="1"/>
          </p:nvPr>
        </p:nvSpPr>
        <p:spPr/>
        <p:txBody>
          <a:bodyPr/>
          <a:lstStyle/>
          <a:p>
            <a:r>
              <a:t>Upload → Graph → Chat →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lstStyle/>
          <a:p>
            <a:r>
              <a:t>Conclusion:</a:t>
            </a:r>
          </a:p>
          <a:p>
            <a:pPr lvl="1"/>
            <a:r>
              <a:t>Combining Vector + Graph retrieval drastically improves AI reasoning.</a:t>
            </a:r>
          </a:p>
          <a:p>
            <a:r>
              <a:t>Future Scope:</a:t>
            </a:r>
          </a:p>
          <a:p>
            <a:pPr lvl="1"/>
            <a:r>
              <a:t>Cloud deployment (AWS/GCP).</a:t>
            </a:r>
          </a:p>
          <a:p>
            <a:pPr lvl="1"/>
            <a:r>
              <a:t>Real-time integration with arXiv and PubMed APIs.</a:t>
            </a:r>
          </a:p>
          <a:p>
            <a:pPr lvl="1"/>
            <a:r>
              <a:t>Multi-user collaborative workspaces.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